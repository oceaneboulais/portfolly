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5"/>
    <p:restoredTop sz="94631"/>
  </p:normalViewPr>
  <p:slideViewPr>
    <p:cSldViewPr snapToGrid="0" snapToObjects="1">
      <p:cViewPr varScale="1">
        <p:scale>
          <a:sx n="97" d="100"/>
          <a:sy n="97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7F9D1-B163-5E45-85BB-557E5CCFFF60}" type="datetimeFigureOut">
              <a:rPr lang="en-US" smtClean="0"/>
              <a:t>8/2/18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387A6-DD38-1A48-8A9D-6A39676C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09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F387A6-DD38-1A48-8A9D-6A39676C0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4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8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6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1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5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5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3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8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E521C-4265-EA41-9DB1-2C82A77F61CC}" type="datetimeFigureOut">
              <a:rPr lang="en-US" smtClean="0"/>
              <a:t>8/2/18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FC43D-1298-5D48-AC15-20C41E504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8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Efehe4" TargetMode="External"/><Relationship Id="rId4" Type="http://schemas.openxmlformats.org/officeDocument/2006/relationships/hyperlink" Target="https://goo.gl/5qxLPs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 err="1" smtClean="0"/>
              <a:t>PoW</a:t>
            </a:r>
            <a:r>
              <a:rPr lang="en-US" dirty="0" smtClean="0"/>
              <a:t> &amp; Whisper Mailbox Updates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88576" y="1791562"/>
            <a:ext cx="5607424" cy="458685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 smtClean="0"/>
              <a:t>HW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 </a:t>
            </a:r>
            <a:r>
              <a:rPr lang="en-US" dirty="0" smtClean="0"/>
              <a:t>Mic amp + button press sends serial input to </a:t>
            </a:r>
            <a:r>
              <a:rPr lang="en-US" dirty="0" err="1" smtClean="0"/>
              <a:t>RPi</a:t>
            </a:r>
            <a:endParaRPr lang="en-US" dirty="0" smtClean="0"/>
          </a:p>
          <a:p>
            <a:pPr lvl="1">
              <a:buFont typeface="Wingdings" charset="2"/>
              <a:buChar char="ü"/>
            </a:pPr>
            <a:r>
              <a:rPr lang="en-US" dirty="0" err="1" smtClean="0"/>
              <a:t>RPi</a:t>
            </a:r>
            <a:r>
              <a:rPr lang="en-US" dirty="0" smtClean="0"/>
              <a:t> serial output to </a:t>
            </a:r>
            <a:r>
              <a:rPr lang="en-US" dirty="0" err="1" smtClean="0"/>
              <a:t>arduino</a:t>
            </a:r>
            <a:r>
              <a:rPr lang="en-US" dirty="0" smtClean="0"/>
              <a:t> triggers single </a:t>
            </a:r>
            <a:r>
              <a:rPr lang="en-US" dirty="0" err="1" smtClean="0"/>
              <a:t>neopixel</a:t>
            </a:r>
            <a:r>
              <a:rPr lang="en-US" dirty="0" smtClean="0"/>
              <a:t> lighting sequence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 </a:t>
            </a:r>
            <a:r>
              <a:rPr lang="en-US" dirty="0" smtClean="0"/>
              <a:t>Connect &amp; synchronize all </a:t>
            </a:r>
            <a:r>
              <a:rPr lang="en-US" dirty="0" err="1" smtClean="0"/>
              <a:t>neopixel</a:t>
            </a:r>
            <a:r>
              <a:rPr lang="en-US" dirty="0" smtClean="0"/>
              <a:t> strips</a:t>
            </a:r>
          </a:p>
          <a:p>
            <a:pPr>
              <a:buFont typeface="Arial" charset="0"/>
              <a:buChar char="•"/>
            </a:pPr>
            <a:r>
              <a:rPr lang="en-US" dirty="0" err="1" smtClean="0"/>
              <a:t>Ethnode</a:t>
            </a:r>
            <a:endParaRPr lang="en-US" dirty="0" smtClean="0"/>
          </a:p>
          <a:p>
            <a:pPr lvl="1">
              <a:buFont typeface="Wingdings" charset="2"/>
              <a:buChar char="q"/>
            </a:pPr>
            <a:r>
              <a:rPr lang="en-US" dirty="0"/>
              <a:t> </a:t>
            </a:r>
            <a:r>
              <a:rPr lang="en-US" dirty="0" err="1" smtClean="0"/>
              <a:t>RPi</a:t>
            </a:r>
            <a:r>
              <a:rPr lang="en-US" dirty="0" smtClean="0"/>
              <a:t> </a:t>
            </a:r>
            <a:r>
              <a:rPr lang="en-US" dirty="0" err="1" smtClean="0"/>
              <a:t>node.js</a:t>
            </a:r>
            <a:r>
              <a:rPr lang="en-US" dirty="0" smtClean="0"/>
              <a:t> script to listen for serial input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233711" y="1791561"/>
            <a:ext cx="5675487" cy="458685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 smtClean="0"/>
              <a:t>HW</a:t>
            </a:r>
            <a:endParaRPr lang="en-US" dirty="0"/>
          </a:p>
          <a:p>
            <a:pPr lvl="1">
              <a:buFont typeface="Wingdings" charset="2"/>
              <a:buChar char="ü"/>
            </a:pPr>
            <a:r>
              <a:rPr lang="en-US" dirty="0" smtClean="0"/>
              <a:t> Vibration sensor registers a ”hit” as an input (</a:t>
            </a:r>
            <a:r>
              <a:rPr lang="en-US" dirty="0" err="1" smtClean="0"/>
              <a:t>ie</a:t>
            </a:r>
            <a:r>
              <a:rPr lang="en-US" dirty="0" smtClean="0"/>
              <a:t> 1)</a:t>
            </a:r>
          </a:p>
          <a:p>
            <a:pPr lvl="1">
              <a:buFont typeface="Wingdings" charset="2"/>
              <a:buChar char="ü"/>
            </a:pPr>
            <a:r>
              <a:rPr lang="en-US" dirty="0" smtClean="0"/>
              <a:t> Input to RPi1 via serial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 </a:t>
            </a:r>
            <a:r>
              <a:rPr lang="en-US" dirty="0" err="1" smtClean="0"/>
              <a:t>Neopixels</a:t>
            </a:r>
            <a:r>
              <a:rPr lang="en-US" dirty="0" smtClean="0"/>
              <a:t> are activated once a block has been “mined”</a:t>
            </a:r>
          </a:p>
          <a:p>
            <a:r>
              <a:rPr lang="en-US" dirty="0" err="1" smtClean="0"/>
              <a:t>Ethnode</a:t>
            </a:r>
            <a:endParaRPr lang="en-US" dirty="0" smtClean="0"/>
          </a:p>
          <a:p>
            <a:pPr lvl="1">
              <a:buFont typeface="Wingdings" charset="2"/>
              <a:buChar char="ü"/>
            </a:pPr>
            <a:r>
              <a:rPr lang="en-US" dirty="0" smtClean="0"/>
              <a:t> RPi1 sends the input to RPi2 via </a:t>
            </a:r>
            <a:r>
              <a:rPr lang="en-US" dirty="0" err="1" smtClean="0"/>
              <a:t>WiFi</a:t>
            </a:r>
            <a:endParaRPr lang="en-US" dirty="0" smtClean="0"/>
          </a:p>
          <a:p>
            <a:pPr lvl="1">
              <a:buFont typeface="Wingdings" charset="2"/>
              <a:buChar char="ü"/>
            </a:pPr>
            <a:r>
              <a:rPr lang="en-US" dirty="0" smtClean="0"/>
              <a:t> RPi2 counts the inputs (</a:t>
            </a:r>
            <a:r>
              <a:rPr lang="en-US" dirty="0" err="1" smtClean="0"/>
              <a:t>ie</a:t>
            </a:r>
            <a:r>
              <a:rPr lang="en-US" dirty="0" smtClean="0"/>
              <a:t> 1,2</a:t>
            </a:r>
            <a:r>
              <a:rPr lang="mr-IN" dirty="0" smtClean="0"/>
              <a:t>…</a:t>
            </a:r>
            <a:r>
              <a:rPr lang="en-US" dirty="0" smtClean="0"/>
              <a:t>20 “hits”)</a:t>
            </a:r>
          </a:p>
          <a:p>
            <a:pPr lvl="1">
              <a:buFont typeface="Wingdings" charset="2"/>
              <a:buChar char="q"/>
            </a:pPr>
            <a:r>
              <a:rPr lang="en-US" dirty="0" smtClean="0"/>
              <a:t> RPi2 confirms block completion, RPi1 sends output to </a:t>
            </a:r>
            <a:r>
              <a:rPr lang="en-US" dirty="0" err="1" smtClean="0"/>
              <a:t>arduino</a:t>
            </a:r>
            <a:r>
              <a:rPr lang="en-US" dirty="0" smtClean="0"/>
              <a:t>, triggering </a:t>
            </a:r>
            <a:r>
              <a:rPr lang="en-US" dirty="0" err="1" smtClean="0"/>
              <a:t>neopixels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8576" y="1322839"/>
            <a:ext cx="5408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Whisper </a:t>
            </a:r>
            <a:r>
              <a:rPr lang="en-US" sz="2000" b="1" dirty="0" smtClean="0"/>
              <a:t>Mailbox</a:t>
            </a:r>
            <a:r>
              <a:rPr lang="en-US" sz="2000" dirty="0"/>
              <a:t> </a:t>
            </a:r>
            <a:r>
              <a:rPr lang="en-US" sz="2000" dirty="0" smtClean="0">
                <a:hlinkClick r:id="rId3"/>
              </a:rPr>
              <a:t>Git repo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580024" y="1322839"/>
            <a:ext cx="353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/>
              <a:t>PoW</a:t>
            </a:r>
            <a:r>
              <a:rPr lang="en-US" sz="2000" dirty="0" smtClean="0"/>
              <a:t> </a:t>
            </a:r>
            <a:r>
              <a:rPr lang="en-US" sz="2000" dirty="0" smtClean="0">
                <a:hlinkClick r:id="rId4"/>
              </a:rPr>
              <a:t>Git repo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0255623" y="6380197"/>
            <a:ext cx="1398494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8/2/2018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71455" y="6378418"/>
            <a:ext cx="1304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ArtProject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0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126</Words>
  <Application>Microsoft Macintosh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Calibri Light</vt:lpstr>
      <vt:lpstr>Mangal</vt:lpstr>
      <vt:lpstr>Wingdings</vt:lpstr>
      <vt:lpstr>Arial</vt:lpstr>
      <vt:lpstr>Office Theme</vt:lpstr>
      <vt:lpstr>PoW &amp; Whisper Mailbox Updates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#ArtProject PoW &amp; Whisper Mailbox Updates</dc:title>
  <dc:creator>Oceane Boulais</dc:creator>
  <cp:lastModifiedBy>Oceane Boulais</cp:lastModifiedBy>
  <cp:revision>7</cp:revision>
  <dcterms:created xsi:type="dcterms:W3CDTF">2018-08-02T14:40:13Z</dcterms:created>
  <dcterms:modified xsi:type="dcterms:W3CDTF">2018-08-02T15:43:29Z</dcterms:modified>
</cp:coreProperties>
</file>