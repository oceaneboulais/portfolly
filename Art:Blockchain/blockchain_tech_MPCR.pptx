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5"/>
    <p:restoredTop sz="94631"/>
  </p:normalViewPr>
  <p:slideViewPr>
    <p:cSldViewPr snapToGrid="0" snapToObjects="1">
      <p:cViewPr varScale="1">
        <p:scale>
          <a:sx n="102" d="100"/>
          <a:sy n="102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7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513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4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23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06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72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96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67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47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42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E5476-F210-8D42-8A35-7F9FCEF5CF7B}" type="datetimeFigureOut">
              <a:rPr lang="en-US" smtClean="0"/>
              <a:t>1/31/18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CCD6B0-DF0D-DC45-9CD0-6E5A7B40F3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4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006" y="3543873"/>
            <a:ext cx="5180058" cy="2380938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03023" y="377651"/>
            <a:ext cx="10785953" cy="1325563"/>
          </a:xfrm>
        </p:spPr>
        <p:txBody>
          <a:bodyPr/>
          <a:lstStyle/>
          <a:p>
            <a:r>
              <a:rPr lang="en-US" b="1" dirty="0" err="1" smtClean="0"/>
              <a:t>BlockchainTech</a:t>
            </a:r>
            <a:r>
              <a:rPr lang="en-US" b="1" dirty="0" smtClean="0"/>
              <a:t> @MPCR: </a:t>
            </a:r>
            <a:r>
              <a:rPr lang="en-US" dirty="0" err="1" smtClean="0"/>
              <a:t>IoT</a:t>
            </a:r>
            <a:r>
              <a:rPr lang="en-US" dirty="0" smtClean="0"/>
              <a:t> + smart contracts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66069" y="1825625"/>
            <a:ext cx="10515600" cy="4351338"/>
          </a:xfrm>
        </p:spPr>
        <p:txBody>
          <a:bodyPr/>
          <a:lstStyle/>
          <a:p>
            <a:r>
              <a:rPr lang="en-US" dirty="0" smtClean="0"/>
              <a:t>Project Summary</a:t>
            </a:r>
          </a:p>
          <a:p>
            <a:pPr lvl="1"/>
            <a:r>
              <a:rPr lang="en-US" dirty="0" smtClean="0"/>
              <a:t>build, connect and supervise a network of </a:t>
            </a:r>
            <a:r>
              <a:rPr lang="en-US" dirty="0" err="1" smtClean="0"/>
              <a:t>ethereum</a:t>
            </a:r>
            <a:r>
              <a:rPr lang="en-US" dirty="0" smtClean="0"/>
              <a:t> nodes (Raspberry Pi 3)</a:t>
            </a:r>
          </a:p>
          <a:p>
            <a:pPr lvl="1"/>
            <a:r>
              <a:rPr lang="en-US" dirty="0" smtClean="0"/>
              <a:t>publish data from low-level sensors (temp, pressure </a:t>
            </a:r>
            <a:r>
              <a:rPr lang="en-US" dirty="0" err="1" smtClean="0"/>
              <a:t>etc</a:t>
            </a:r>
            <a:r>
              <a:rPr lang="en-US" dirty="0" smtClean="0"/>
              <a:t>) to a private network ledger</a:t>
            </a:r>
          </a:p>
          <a:p>
            <a:pPr lvl="1"/>
            <a:r>
              <a:rPr lang="en-US" dirty="0" smtClean="0"/>
              <a:t>each ”idle” node secures the block</a:t>
            </a:r>
          </a:p>
          <a:p>
            <a:r>
              <a:rPr lang="en-US" dirty="0" smtClean="0"/>
              <a:t>Looking for contributors!</a:t>
            </a:r>
          </a:p>
          <a:p>
            <a:pPr lvl="1"/>
            <a:r>
              <a:rPr lang="en-US" dirty="0" smtClean="0"/>
              <a:t>software/hardware/willing-to-learn background</a:t>
            </a:r>
          </a:p>
          <a:p>
            <a:pPr lvl="1"/>
            <a:r>
              <a:rPr lang="en-US" dirty="0" smtClean="0"/>
              <a:t>smart contract designers (software)</a:t>
            </a:r>
          </a:p>
          <a:p>
            <a:pPr lvl="1"/>
            <a:r>
              <a:rPr lang="en-US" dirty="0" smtClean="0"/>
              <a:t>node/</a:t>
            </a:r>
            <a:r>
              <a:rPr lang="en-US" dirty="0" err="1" smtClean="0"/>
              <a:t>RPi</a:t>
            </a:r>
            <a:r>
              <a:rPr lang="en-US" dirty="0" smtClean="0"/>
              <a:t> interface (hardware)</a:t>
            </a:r>
          </a:p>
          <a:p>
            <a:pPr lvl="1"/>
            <a:r>
              <a:rPr lang="en-US" dirty="0" smtClean="0"/>
              <a:t>community outreach (anyone!)</a:t>
            </a:r>
          </a:p>
          <a:p>
            <a:pPr lvl="1"/>
            <a:endParaRPr lang="en-US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966069" y="6299374"/>
            <a:ext cx="550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smtClean="0"/>
              <a:t>contact: oboulais2013@fau.edu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961597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74</Words>
  <Application>Microsoft Macintosh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Calibri Light</vt:lpstr>
      <vt:lpstr>Arial</vt:lpstr>
      <vt:lpstr>Office Theme</vt:lpstr>
      <vt:lpstr>BlockchainTech @MPCR: IoT + smart contracts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BlockchainTech @MPCR: IoT + smart contracts</dc:title>
  <dc:creator>Oceane Boulais</dc:creator>
  <cp:lastModifiedBy>Oceane Boulais</cp:lastModifiedBy>
  <cp:revision>4</cp:revision>
  <dcterms:created xsi:type="dcterms:W3CDTF">2018-01-31T03:23:05Z</dcterms:created>
  <dcterms:modified xsi:type="dcterms:W3CDTF">2018-02-01T01:16:50Z</dcterms:modified>
</cp:coreProperties>
</file>